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DÉTECTION D'ARMES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 &amp; Vision par Ordinateur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Génie Logiciel Niveau 2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CFPD-ISGD | Douala, Cameroun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Académique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CFPD-ISGD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Problématique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Projet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Implémentation et Technologies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et Démonstration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DE FORMATION PROFESSIONNELLE DEUTOU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Fondation : </a:t>
            </a:r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 par Madame Deutou Martine
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: </a:t>
            </a:r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Makepe, Douala - Cameroun
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Domaines de formation :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Stylisme-Modélisme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Décoration d'intérieur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Développement informatique
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du stage : </a:t>
            </a:r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semaines (Juillet - Août 2025)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PROBLÉMATIQUE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des actes de violence dans les zones urbaines. Les systèmes de vidéosurveillance traditionnels nécessitent une surveillance humaine continue, entraînant fatigue, manque d'attention et difficulté à gérer plusieurs flux simultanément.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82296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CENTRALE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concevoir un système intelligent capable de détecter automatiquement la présence d'armes dans un flux vidéo, afin d'améliorer la sécurité et la réactivité des agents de surveillance 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et développer un système intelligent de détection d'armes en temps réel utilisant l'IA et la vision par ordinateur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temps réel avec YOLO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69748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889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et enregistrement auto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47472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661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web interactive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0" y="192024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0116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d'alertes intelligent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0" y="269748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78892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1208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base de données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572000" y="347472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566160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208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sécurisée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SYSTÈME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1887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642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CAMÉRA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/ CCTV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25880" y="2011680"/>
            <a:ext cx="0" cy="1371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03120" y="1188720"/>
            <a:ext cx="11887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945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16642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48840" y="182880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30 FPS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697480" y="2011680"/>
            <a:ext cx="0" cy="1371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74720" y="1188720"/>
            <a:ext cx="11887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325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0440" y="16642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IA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520440" y="182880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YOLOv7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069080" y="2011680"/>
            <a:ext cx="0" cy="1371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31520" y="3108960"/>
            <a:ext cx="11887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29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2461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3584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77240" y="374904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325880" y="3931920"/>
            <a:ext cx="0" cy="1371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2103120" y="3108960"/>
            <a:ext cx="11887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1945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32461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148840" y="3584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2148840" y="374904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697480" y="3931920"/>
            <a:ext cx="0" cy="1371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3474720" y="3108960"/>
            <a:ext cx="11887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5661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324612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520440" y="3584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3520440" y="374904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+ Web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572000" y="109728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75488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TECHNOLOGIQUE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4937760" y="17373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3.10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Flask (Backend)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OpenCV (Vidéo)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YOLOv7 (IA)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 (BDD)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(Sécurité)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SMTP (Emails)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HTML/CSS/JS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sécurisé avec bcrypt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291840" y="109728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2344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69080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IA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4747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YOLOv7 en temps réel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126480" y="109728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720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Auto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horodatage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274320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803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Intelligentes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4008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SMTP + son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291840" y="274320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88036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06908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Agent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347472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/ Rejeter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126480" y="274320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88036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0372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Stats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30936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ET MÉTRIQUES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CODE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484632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4632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063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292608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063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5400" dirty="0"/>
          </a:p>
        </p:txBody>
      </p:sp>
      <p:sp>
        <p:nvSpPr>
          <p:cNvPr id="18" name="Text 15"/>
          <p:cNvSpPr/>
          <p:nvPr/>
        </p:nvSpPr>
        <p:spPr>
          <a:xfrm>
            <a:off x="484632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4632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RÉUSSITE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1887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11887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 données réelles | </a:t>
            </a:r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publics COCO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4708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184708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seuil YOLO | </a:t>
            </a:r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itératifs (0.25 → 0.6)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41401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50545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50545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Corruption flux vidéo | </a:t>
            </a:r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variables + JPEG standardisé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72384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16382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05840" y="31638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backend/frontend | </a:t>
            </a:r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MVC Flask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73075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82219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5840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du temps (8 sem) | </a:t>
            </a:r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Gantt avec marges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2860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en direct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fonctionnel de détection d'armes par IA • Interface web complète avec authentification • Gestion intelligente des alertes en temps réel • Taux de réalisation de 70% validé par les encadreurs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ACQUISES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et Computer Vision (YOLO, OpenCV) • Développement full-stack (Python, Flask, HTML/CSS/JS) • Gestion de projet technique • Architecture logicielle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à d'autres objets dangereux • Intégration multi-caméras • Développement version mobile (Android/iOS)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CFPD-ISGD | Douala, Cameroun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Génie Logiciel Niveau 2 | 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Détection d'Armes par IA</dc:title>
  <dc:subject>PptxGenJS Presentation</dc:subject>
  <dc:creator>CFPD-ISGD - BTS GL</dc:creator>
  <cp:lastModifiedBy>CFPD-ISGD - BTS GL</cp:lastModifiedBy>
  <cp:revision>1</cp:revision>
  <dcterms:created xsi:type="dcterms:W3CDTF">2026-04-07T05:27:26Z</dcterms:created>
  <dcterms:modified xsi:type="dcterms:W3CDTF">2026-04-07T05:27:26Z</dcterms:modified>
</cp:coreProperties>
</file>